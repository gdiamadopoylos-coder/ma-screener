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2316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85800" y="23317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Intelligence — Merger Candidate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{{ACQUIRER}} + {{TARGET}}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{{SUBTITLE}}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10820095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9844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{{HEADLINE_ONE_LINER}}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272888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81568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{{BULLET_1}}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{{BULLET_2}}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{{BULLET_3}}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{{BULLET_4}}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{{BULLET_5}}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2011680"/>
            <a:ext cx="5272888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608" y="219456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1608" y="2560320"/>
            <a:ext cx="481568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size: {{SIZE_PCT}}% of acquirer revenue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Leverage: {{LEVERAGE}}x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 / Growth / Margin / Risk: {{SCORE_BREAKOUT}}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Deal type: {{DEAL_TYPE}}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(Top Targets)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20095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2743200"/>
                <a:gridCol w="1097280"/>
                <a:gridCol w="1188720"/>
                <a:gridCol w="822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NetDebt/EBITDA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{{T1_COMPANY}}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{{T1_TICKER}}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{{T1_COUNTRY}}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{{T1_SECTOR}}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{{T1_REV}}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{{T1_LEV}}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{{T1_SCORE}}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{{T2_COMPANY}}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{{T2_TICKER}}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{{T2_COUNTRY}}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{{T2_SECTOR}}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{{T2_REV}}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{{T2_LEV}}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{{T2_SCORE}}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{{T3_COMPANY}}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{{T3_TICKER}}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{{T3_COUNTRY}}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{{T3_SECTOR}}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{{T3_REV}}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{{T3_LEV}}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{{T3_SCORE}}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{{T4_COMPANY}}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{{T4_TICKER}}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{{T4_COUNTRY}}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{{T4_SECTOR}}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{{T4_REV}}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{{T4_LEV}}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{{T4_SCORE}}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{{T5_COMPANY}}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{{T5_TICKER}}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{{T5_COUNTRY}}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{{T5_SECTOR}}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{{T5_REV}}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{{T5_LEV}}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{{T5_SCORE}}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566160" y="15453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80560" y="15453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0" y="1545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15453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235440" y="15453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NetDebt/EBITDA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24160" y="15453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{{RANKING_NOTES}}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342381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96661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{{FIT_1}}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{{FIT_2}}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{{FIT_3}}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{{FIT_4}}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3938" y="1417320"/>
            <a:ext cx="342381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2538" y="160020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2538" y="1965960"/>
            <a:ext cx="296661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{{FIN_1}}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{{FIN_2}}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{{FIN_3}}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{{FIN_4}}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2077" y="1417320"/>
            <a:ext cx="3423818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0677" y="160020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diligence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10677" y="1965960"/>
            <a:ext cx="296661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{{RISK_1}}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{{RISK_2}}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{{RISK_3}}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{{RISK_4}}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483803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50266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(target)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5026603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Revenue: {{REV}}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EBITDA: {{EBITDA}}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margin: {{MARGIN}}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debt / EBITDA: {{LEV}}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3Y revenue growth: {{GROWTH}}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 / Growth / Margin / Risk: {{SCORE_BREAKOUT}}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3923" y="1417320"/>
            <a:ext cx="50619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3923" y="1600200"/>
            <a:ext cx="50619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/ bridge placeholder (optional)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2523" y="2057400"/>
            <a:ext cx="4604772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{{CHART_NOTES}}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Archetype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342381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96661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Size: &lt;10% of acquirer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Financing: balance sheet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Integration: low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{{BOLTON_NOTES}}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3938" y="1508760"/>
            <a:ext cx="342381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2538" y="169164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2538" y="2057400"/>
            <a:ext cx="296661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Size: 10–30% of acquirer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Financing: mix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Integration: medium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{{PLATFORM_NOTES}}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2077" y="1508760"/>
            <a:ext cx="342381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0677" y="169164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10677" y="2057400"/>
            <a:ext cx="296661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Size: &gt;30% of acquirer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Financing: structured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Integration: high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{{TRANSFORM_NOTES}}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Notes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08760"/>
            <a:ext cx="108200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universe file (user supplied CSV/XLSX)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Merjure scoring model (Pilot V1)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{{OPTIONAL_SOURCE_1}}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{{OPTIONAL_SOURCE_2}}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9377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{{DISCLAIMER}}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Full Ranked 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06984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820095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placeholder: {{APPENDIX_TABLE}}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6464808"/>
            <a:ext cx="108200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Merjure™ |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77095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2026-02-19T18:21:34Z</dcterms:created>
  <dcterms:modified xsi:type="dcterms:W3CDTF">2026-02-19T18:21:34Z</dcterms:modified>
</cp:coreProperties>
</file>